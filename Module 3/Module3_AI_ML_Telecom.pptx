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Module 3: AI and Machine Learning Fundamentals for Telecommunications (Week 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AI Foundation for Telecom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 to AI and ML in Telecommunications</a:t>
            </a:r>
          </a:p>
          <a:p>
            <a:r>
              <a:rPr dirty="0"/>
              <a:t>Week 3 focus: AI foundations for telecom applications</a:t>
            </a:r>
          </a:p>
          <a:p>
            <a:r>
              <a:rPr dirty="0"/>
              <a:t>Hands-on labs with Python, scikit-learn, Google </a:t>
            </a:r>
            <a:r>
              <a:rPr dirty="0" err="1"/>
              <a:t>Colab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ML types: supervised, unsupervised, reinforcement learning</a:t>
            </a:r>
          </a:p>
          <a:p>
            <a:r>
              <a:t>Explore key ML algorithms relevant to telecom</a:t>
            </a:r>
          </a:p>
          <a:p>
            <a:r>
              <a:t>Preprocess telecom datasets and evaluate performance metrics</a:t>
            </a:r>
          </a:p>
          <a:p>
            <a:r>
              <a:t>Apply AI to telecom use cases: optimization, predictive maintenance,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</a:t>
            </a:r>
          </a:p>
          <a:p>
            <a:r>
              <a:t>Unsupervised Learning</a:t>
            </a:r>
          </a:p>
          <a:p>
            <a:r>
              <a:t>Reinforcement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from labeled data to make predictions</a:t>
            </a:r>
          </a:p>
          <a:p>
            <a:r>
              <a:t>Goal: Generalize patterns to unseen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- Telecom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Traffic Prediction</a:t>
            </a:r>
          </a:p>
          <a:p>
            <a:r>
              <a:t>Quality of Service (QoS) Classification</a:t>
            </a:r>
          </a:p>
          <a:p>
            <a:r>
              <a:t>Fault Detection</a:t>
            </a:r>
          </a:p>
          <a:p>
            <a:r>
              <a:t>Customer Churn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- Example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Predicting network congestion</a:t>
            </a:r>
          </a:p>
          <a:p>
            <a:r>
              <a:t>Input: Time, day, historical traffic, weather</a:t>
            </a:r>
          </a:p>
          <a:p>
            <a:r>
              <a:t>Output: Congestion level (Low/Medium/High)</a:t>
            </a:r>
          </a:p>
          <a:p>
            <a:r>
              <a:t>Algorithm: Random Forest Classifier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 hidden patterns without labels</a:t>
            </a:r>
          </a:p>
          <a:p>
            <a:r>
              <a:t>Used for anomaly detection, clustering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 - Telecom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anomaly detection</a:t>
            </a:r>
          </a:p>
          <a:p>
            <a:r>
              <a:t>Customer segmentation</a:t>
            </a:r>
          </a:p>
          <a:p>
            <a:r>
              <a:t>Network topology discovery</a:t>
            </a:r>
          </a:p>
          <a:p>
            <a:r>
              <a:t>Spectrum usage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 - Example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Anomaly detection</a:t>
            </a:r>
          </a:p>
          <a:p>
            <a:r>
              <a:t>Features: bandwidth, latency, packet loss, connections</a:t>
            </a:r>
          </a:p>
          <a:p>
            <a:r>
              <a:t>Algorithm: Isolation Forest or DBSCAN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through interaction with environment</a:t>
            </a:r>
          </a:p>
          <a:p>
            <a:r>
              <a:t>Maximize cumulative long-term reward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 - Telecom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spectrum allocation</a:t>
            </a:r>
          </a:p>
          <a:p>
            <a:r>
              <a:t>Adaptive routing</a:t>
            </a:r>
          </a:p>
          <a:p>
            <a:r>
              <a:t>Self-Optimizing Networks (SON)</a:t>
            </a:r>
          </a:p>
          <a:p>
            <a:r>
              <a:t>Resource scheduling in 5G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Reinforcement Learning - Example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resource allocation in 5G</a:t>
            </a:r>
          </a:p>
          <a:p>
            <a:r>
              <a:t>State: load, users, resources</a:t>
            </a:r>
          </a:p>
          <a:p>
            <a:r>
              <a:t>Action: bandwidth allocation, handoff decisions</a:t>
            </a:r>
          </a:p>
          <a:p>
            <a:r>
              <a:t>Reward: efficiency, satisfaction, energy savings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Algorithms for Telecom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 Trees and Random Forest</a:t>
            </a:r>
          </a:p>
          <a:p>
            <a:r>
              <a:t>Time Series Analysis (ARIMA, LSTM)</a:t>
            </a:r>
          </a:p>
          <a:p>
            <a:r>
              <a:t>Clustering (K-means, DBSCAN, Hierarchical)</a:t>
            </a:r>
          </a:p>
          <a:p>
            <a:r>
              <a:t>Support Vector Machines (SVM)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Trees &amp;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 interpretable, robust, handles mixed data</a:t>
            </a:r>
          </a:p>
          <a:p>
            <a:r>
              <a:t>Applications: Fault diagnosis, service quality prediction, churn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Series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Telecom data is temporal</a:t>
            </a:r>
          </a:p>
          <a:p>
            <a:r>
              <a:t>Methods: ARIMA, LSTM, seasonal decomposition</a:t>
            </a:r>
          </a:p>
          <a:p>
            <a:r>
              <a:t>Applications: Traffic forecasting, capacity planning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K-means: Customer segmentation</a:t>
            </a:r>
          </a:p>
          <a:p>
            <a:r>
              <a:t>DBSCAN: Anomaly detection</a:t>
            </a:r>
          </a:p>
          <a:p>
            <a:r>
              <a:t>Hierarchical clustering: Network topology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Vector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Effective in high-dimensional spaces</a:t>
            </a:r>
          </a:p>
          <a:p>
            <a:r>
              <a:t>Telecom applications: Signal classification, interference detection, QoS prediction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Telecom Data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Temporal dependencies</a:t>
            </a:r>
          </a:p>
          <a:p>
            <a:r>
              <a:t>Scale variations</a:t>
            </a:r>
          </a:p>
          <a:p>
            <a:r>
              <a:t>Data quality issues (missing data, calibration errors)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missing data: forward fill, interpolation</a:t>
            </a:r>
          </a:p>
          <a:p>
            <a:r>
              <a:t>Feature scaling: Standardization, Min-Max normalization</a:t>
            </a:r>
          </a:p>
          <a:p>
            <a:r>
              <a:t>Time feature engineering: hour, day of week, lag features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Network: Throughput, latency, packet loss, jitter</a:t>
            </a:r>
          </a:p>
          <a:p>
            <a:r>
              <a:t>Service: MOS, QoE, availability</a:t>
            </a:r>
          </a:p>
          <a:p>
            <a:r>
              <a:t>Business: ARPU, churn, CLV</a:t>
            </a:r>
          </a:p>
          <a:p>
            <a:r>
              <a:t>ML metrics: Accuracy, precision, recall, F1, MSE, MAE, R²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Applications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Optimization</a:t>
            </a:r>
          </a:p>
          <a:p>
            <a:r>
              <a:t>Predictive Maintenance</a:t>
            </a:r>
          </a:p>
          <a:p>
            <a:r>
              <a:t>Security Applications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Traffic engineering: predictive routing, load balancing, capacity planning</a:t>
            </a:r>
          </a:p>
          <a:p>
            <a:r>
              <a:t>Resource allocation: bandwidth, power, frequency spectrum management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equipment failures before they occur</a:t>
            </a:r>
          </a:p>
          <a:p>
            <a:r>
              <a:t>Optimize maintenance schedules</a:t>
            </a:r>
          </a:p>
          <a:p>
            <a:r>
              <a:t>Reduce downtime and costs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Intrusion detection (DDoS, data exfiltration)</a:t>
            </a:r>
          </a:p>
          <a:p>
            <a:r>
              <a:t>Fraud detection (SIM cloning, suspicious calling patterns)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Labs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Lab </a:t>
            </a:r>
            <a:r>
              <a:rPr lang="en-US" dirty="0"/>
              <a:t>3.</a:t>
            </a:r>
            <a:r>
              <a:rPr dirty="0"/>
              <a:t>1: Network Traffic Prediction (Supervised)</a:t>
            </a:r>
          </a:p>
          <a:p>
            <a:r>
              <a:rPr dirty="0"/>
              <a:t>Lab </a:t>
            </a:r>
            <a:r>
              <a:rPr lang="en-US" dirty="0"/>
              <a:t>3.</a:t>
            </a:r>
            <a:r>
              <a:rPr dirty="0"/>
              <a:t>2: Network Anomaly Detection (Unsupervised)</a:t>
            </a:r>
          </a:p>
          <a:p>
            <a:r>
              <a:rPr dirty="0"/>
              <a:t>Lab </a:t>
            </a:r>
            <a:r>
              <a:rPr lang="en-US" dirty="0"/>
              <a:t>3.</a:t>
            </a:r>
            <a:r>
              <a:rPr dirty="0"/>
              <a:t>3: Customer Segmentation (Unsupervised)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Lab </a:t>
            </a:r>
            <a:r>
              <a:rPr lang="en-US" dirty="0"/>
              <a:t>3.</a:t>
            </a:r>
            <a:r>
              <a:rPr dirty="0"/>
              <a:t>1: Network Traffic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Goal: Predict traffic with Random Forest</a:t>
            </a:r>
          </a:p>
          <a:p>
            <a:r>
              <a:rPr dirty="0"/>
              <a:t>Dataset: Synthetic hourly traffic</a:t>
            </a:r>
          </a:p>
          <a:p>
            <a:r>
              <a:t>Features: hour, day, lags, rolling averages</a:t>
            </a:r>
          </a:p>
          <a:p>
            <a:r>
              <a:rPr dirty="0"/>
              <a:t>Evaluation: MSE, R², feature importance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Lab </a:t>
            </a:r>
            <a:r>
              <a:rPr lang="en-US" dirty="0"/>
              <a:t>3.</a:t>
            </a:r>
            <a:r>
              <a:rPr dirty="0"/>
              <a:t>2: Network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Detect anomalies in network data</a:t>
            </a:r>
          </a:p>
          <a:p>
            <a:r>
              <a:t>Methods: Isolation Forest, DBSCAN</a:t>
            </a:r>
          </a:p>
          <a:p>
            <a:r>
              <a:t>Features: bandwidth, latency, packet loss, connections</a:t>
            </a:r>
          </a:p>
          <a:p>
            <a:r>
              <a:t>Evaluation: Precision, recall, F1-score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Lab 3</a:t>
            </a:r>
            <a:r>
              <a:rPr lang="en-US" dirty="0"/>
              <a:t>.1</a:t>
            </a:r>
            <a:r>
              <a:rPr dirty="0"/>
              <a:t>: 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Segment customers for targeted services</a:t>
            </a:r>
          </a:p>
          <a:p>
            <a:r>
              <a:t>Method: K-means clustering</a:t>
            </a:r>
          </a:p>
          <a:p>
            <a:r>
              <a:t>Features: Data usage, minutes, SMS, revenue</a:t>
            </a:r>
          </a:p>
          <a:p>
            <a:r>
              <a:t>Evaluation: Silhouette score, visualization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Colab for 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 access to GPU/TPU</a:t>
            </a:r>
          </a:p>
          <a:p>
            <a:r>
              <a:t>Run Python notebooks in the cloud</a:t>
            </a:r>
          </a:p>
          <a:p>
            <a:r>
              <a:t>No local setup required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Supervised, Unsupervised, Reinforcement learning</a:t>
            </a:r>
          </a:p>
          <a:p>
            <a:r>
              <a:t>Key algorithms: Decision Trees, Time Series, Clustering, SVM</a:t>
            </a:r>
          </a:p>
          <a:p>
            <a:r>
              <a:t>Preprocessing: temporal, scaling, missing data</a:t>
            </a:r>
          </a:p>
          <a:p>
            <a:r>
              <a:t>Applications: optimization, predictive maintenance, security</a:t>
            </a:r>
          </a:p>
          <a:p>
            <a:r>
              <a:t>Hands-on practice with scikit-learn and Google Colab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753</Words>
  <Application>Microsoft Office PowerPoint</Application>
  <PresentationFormat>On-screen Show (4:3)</PresentationFormat>
  <Paragraphs>128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Module 3: AI and Machine Learning Fundamentals for Telecommunications (Week 3)</vt:lpstr>
      <vt:lpstr>Overview</vt:lpstr>
      <vt:lpstr>Learning Objectives</vt:lpstr>
      <vt:lpstr>Machine Learning Types</vt:lpstr>
      <vt:lpstr>Supervised Learning - Definition</vt:lpstr>
      <vt:lpstr>Supervised Learning - Telecom Examples</vt:lpstr>
      <vt:lpstr>Supervised Learning - Example Use Case</vt:lpstr>
      <vt:lpstr>Unsupervised Learning - Definition</vt:lpstr>
      <vt:lpstr>Unsupervised Learning - Telecom Examples</vt:lpstr>
      <vt:lpstr>Unsupervised Learning - Example Use Case</vt:lpstr>
      <vt:lpstr>Reinforcement Learning - Definition</vt:lpstr>
      <vt:lpstr>Reinforcement Learning - Telecom Examples</vt:lpstr>
      <vt:lpstr>Reinforcement Learning - Example Use Case</vt:lpstr>
      <vt:lpstr>Key Algorithms for Telecom</vt:lpstr>
      <vt:lpstr>Decision Trees &amp; Random Forest</vt:lpstr>
      <vt:lpstr>Time Series Analysis</vt:lpstr>
      <vt:lpstr>Clustering Algorithms</vt:lpstr>
      <vt:lpstr>Support Vector Machines</vt:lpstr>
      <vt:lpstr>Telecom Data Characteristics</vt:lpstr>
      <vt:lpstr>Preprocessing Techniques</vt:lpstr>
      <vt:lpstr>Performance Metrics</vt:lpstr>
      <vt:lpstr>AI Applications Overview</vt:lpstr>
      <vt:lpstr>Network Optimization</vt:lpstr>
      <vt:lpstr>Predictive Maintenance</vt:lpstr>
      <vt:lpstr>Security Applications</vt:lpstr>
      <vt:lpstr>Hands-On Labs Overview</vt:lpstr>
      <vt:lpstr>Lab 3.1: Network Traffic Prediction</vt:lpstr>
      <vt:lpstr>Lab 3.2: Network Anomaly Detection</vt:lpstr>
      <vt:lpstr>Lab 3.1: Customer Segmentation</vt:lpstr>
      <vt:lpstr>Google Colab for Labs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tawanda.chiyangwa</cp:lastModifiedBy>
  <cp:revision>3</cp:revision>
  <dcterms:created xsi:type="dcterms:W3CDTF">2013-01-27T09:14:16Z</dcterms:created>
  <dcterms:modified xsi:type="dcterms:W3CDTF">2025-09-05T00:01:35Z</dcterms:modified>
  <cp:category/>
</cp:coreProperties>
</file>