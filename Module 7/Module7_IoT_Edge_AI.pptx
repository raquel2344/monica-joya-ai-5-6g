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7: IoT and Edge Computing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 - 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IoT and 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IoT: Network of physical devices with sensors, software, and connectivity.</a:t>
            </a:r>
          </a:p>
          <a:p>
            <a:pPr/>
            <a:r>
              <a:t>Stats: 75B devices by 2025, 79.4 zettabytes/year, $1.1T market value by 2026.</a:t>
            </a:r>
          </a:p>
          <a:p>
            <a:pPr/>
            <a:r>
              <a:t>Edge Computing: Processes data near source → reduces latency, cost, improves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IoT and Critical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Massive IoT: Millions devices/km², low power, relaxed latency (seconds-minutes).</a:t>
            </a:r>
          </a:p>
          <a:p>
            <a:pPr/>
            <a:r>
              <a:t>Use cases: Smart agriculture, smart cities, asset tracking.</a:t>
            </a:r>
          </a:p>
          <a:p>
            <a:pPr/>
            <a:r>
              <a:t>Critical IoT: URLLC, &lt;1ms latency, 99.999% reliability.</a:t>
            </a:r>
          </a:p>
          <a:p>
            <a:pPr/>
            <a:r>
              <a:t>Use cases: Autonomous vehicles, Industry 4.0, healthcare, smart grid.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Device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Lifecycle: Manufacturing, Onboarding, Configuration, Monitoring, Maintenance, Decommissioning.</a:t>
            </a:r>
          </a:p>
          <a:p>
            <a:pPr/>
            <a:r>
              <a:t>Protocols: MQTT, CoAP, AMQP, HTTP/HTTPS.</a:t>
            </a:r>
          </a:p>
          <a:p>
            <a:pPr/>
            <a:r>
              <a:t>Networks: LoRaWAN, Sigfox, NB-IoT, Zigbee, BLE.</a:t>
            </a:r>
          </a:p>
          <a:p>
            <a:pPr/>
            <a:r>
              <a:t>Data Pipeline: Collection → Filtering → Aggregation → Analysis → Action.</a:t>
            </a:r>
          </a:p>
          <a:p>
            <a:pPr/>
            <a:r>
              <a:t>Security: Authentication, encryption, secure boot, access control, intrusion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AI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Three-tier: Cloud (big data), Edge/Fog (real-time analytics), Device (TinyML).</a:t>
            </a:r>
          </a:p>
          <a:p>
            <a:pPr/>
            <a:r>
              <a:t>Deployment Models: Full Edge, Split Inference, Conditional Offloading, Ensemble.</a:t>
            </a:r>
          </a:p>
          <a:p>
            <a:pPr/>
            <a:r>
              <a:t>Model Compression: Quantization, Pruning, Knowledge Distillation, Low-rank factorization, NAS.</a:t>
            </a:r>
          </a:p>
          <a:p>
            <a:pPr/>
            <a:r>
              <a:t>Frameworks: TensorFlow Lite, ONNX, EdgeX, KubeEdge, OpenVINO, NVIDIA Jetson.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Latency hierarchy: Device (&lt;10ms), Edge (10-100ms), Fog (100ms-1s), Cloud (&gt;1s).</a:t>
            </a:r>
          </a:p>
          <a:p>
            <a:pPr/>
            <a:r>
              <a:t>Techniques: Stream processing, event-driven architecture, CEP, time-series analysis.</a:t>
            </a:r>
          </a:p>
          <a:p>
            <a:pPr/>
            <a:r>
              <a:t>Applications: Collision avoidance, industrial robot control, AR, predictive maintenance.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Edge-Cloud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Patterns: Hierarchical processing, workload partitioning, conditional offloading, federated learning.</a:t>
            </a:r>
          </a:p>
          <a:p>
            <a:pPr/>
            <a:r>
              <a:t>Data Sync: Immediate, batched, triggered, delta.</a:t>
            </a:r>
          </a:p>
          <a:p>
            <a:pPr/>
            <a:r>
              <a:t>Protocols: HTTP, WebSocket, MQTT, gRPC.</a:t>
            </a:r>
          </a:p>
          <a:p>
            <a:pPr/>
            <a:r>
              <a:t>Model lifecycle: Training, optimization, deployment, monitoring, retraining.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IoT diversity: Massive IoT vs. Critical IoT.</a:t>
            </a:r>
          </a:p>
          <a:p>
            <a:pPr/>
            <a:r>
              <a:t>Edge computing: Low latency, bandwidth savings, privacy, offline use.</a:t>
            </a:r>
          </a:p>
          <a:p>
            <a:pPr/>
            <a:r>
              <a:t>AI at edge: Compression and deployment trade-offs.</a:t>
            </a:r>
          </a:p>
          <a:p>
            <a:pPr/>
            <a:r>
              <a:t>Collaboration: Edge + Cloud needed for optimal performance.</a:t>
            </a:r>
          </a:p>
          <a:p>
            <a:pPr/>
            <a:r>
              <a:t>Applications: Autonomous vehicles, smart manufacturing, healthcare, smart cities.</a:t>
            </a:r>
          </a:p>
          <a:p>
            <a:pPr/>
            <a:r>
              <a:t>Trends: 6G, AI-native networks, TinyML, digital twins, quantum-safe IoT, sustainable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Compare massive IoT vs critical IoT requirements.</a:t>
            </a:r>
          </a:p>
          <a:p>
            <a:pPr/>
            <a:r>
              <a:t>Explain three-tier architecture and use cases.</a:t>
            </a:r>
          </a:p>
          <a:p>
            <a:pPr/>
            <a:r>
              <a:t>Describe three model compression techniques and trade-offs.</a:t>
            </a:r>
          </a:p>
          <a:p>
            <a:pPr/>
            <a:r>
              <a:t>How does federated learning preserve privacy?</a:t>
            </a:r>
          </a:p>
          <a:p>
            <a:pPr/>
            <a:r>
              <a:t>When to process data at edge vs. cloud?</a:t>
            </a:r>
          </a:p>
          <a:p>
            <a:pPr/>
            <a:r>
              <a:t>Explain latency hierarchy with examples.</a:t>
            </a:r>
          </a:p>
          <a:p>
            <a:pPr/>
            <a:r>
              <a:t>Challenges in deploying AI on constrained IoT devices.</a:t>
            </a:r>
          </a:p>
          <a:p>
            <a:pPr/>
            <a:r>
              <a:t>Role of 5G/6G in enabling critical IoT.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Books: 'Edge AI' by Shawn Hymel, 'IoT Fundamentals' by David Hanes.</a:t>
            </a:r>
          </a:p>
          <a:p>
            <a:pPr/>
            <a:r>
              <a:t>Courses: TinyML (Coursera), Edge AI for Engineers (edX).</a:t>
            </a:r>
          </a:p>
          <a:p>
            <a:pPr/>
            <a:r>
              <a:t>Tools: TensorFlow Lite, Edge Impulse, AWS IoT Greengrass, Azure IoT Edge.</a:t>
            </a:r>
          </a:p>
          <a:p>
            <a:pPr/>
            <a:r>
              <a:t>Papers: 'EdgeAI Survey (2023)', 'Federated Learning for IoT (2024)'.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