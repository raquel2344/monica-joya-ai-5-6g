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05218D-F1C8-4C93-B259-8738D6380F84}" type="datetimeFigureOut">
              <a:rPr lang="en-US" smtClean="0"/>
              <a:t>9/10/2025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51CF2F-0F8F-4D05-BB52-D9124EC5A799}" type="slidenum">
              <a:rPr lang="en-US" smtClean="0"/>
              <a:t>‹#›</a:t>
            </a:fld>
            <a:endParaRPr lang="en-US"/>
          </a:p>
        </p:txBody>
      </p:sp>
    </p:spTree>
    <p:extLst>
      <p:ext uri="{BB962C8B-B14F-4D97-AF65-F5344CB8AC3E}">
        <p14:creationId xmlns:p14="http://schemas.microsoft.com/office/powerpoint/2010/main" val="3330336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Fifth-generation (5G) wireless technology represents a paradigm shift in how networks are built and managed. Unlike earlier generations such as 2G, 3G, and 4G LTE, which focused primarily on improving data speeds and coverage, 5G is designed as a platform for digital transformation. It supports a wide range of use cases, from ultra-fast mobile broadband to autonomous vehicles and industrial automation. Artificial Intelligence (AI) plays a key role in enabling 5G to function as an intelligent, adaptive, and self-optimizing network. AI integration allows for predictive traffic management, intelligent resource allocation, dynamic network slicing, and enhanced quality of service (QoS) assurance.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5G Core (5GC) is a complete redesign compared to the 4G Evolved Packet Core (EPC). It is service-based, cloud-native, and built on microservices that can be deployed, scaled, and managed independently. Key network functions include the Access and Mobility Management Function (AMF), Session Management Function (SMF), User Plane Function (UPF), Policy Control Function (PCF), and Authentication Server Function (AUSF). These components communicate over standardized APIs, usually RESTful, which increases flexibility and supports programmability. 5GC is capable of supporting diverse service categories: Enhanced Mobile Broadband (eMBB), Ultra-Reliable Low-Latency Communication (URLLC), and Massive Machine-Type Communication (mMTC).</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Network slicing allows operators to create multiple logical networks, each optimized for a specific use case, on the same physical infrastructure. For example, URLLC slices are designed for mission-critical applications like autonomous driving or remote surgery, where extremely low latency and high reliability are required. eMBB slices support high-speed data needs like HD video streaming and augmented reality. mMTC slices support massive IoT deployments with low-power, low-bandwidth requirements. AI is crucial in dynamically allocating resources among slices based on real-time demand, ensuring efficiency and meeting service-level agreements (SLAs).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Multi-access Edge Computing (MEC) is a key enabler of 5G services that require ultra-low latency. Instead of sending data to centralized cloud servers for processing, MEC places computation and storage resources at the network edge, closer to the user. This reduces latency dramatically, often to less than 10 milliseconds. Applications of MEC include real-time video analytics, AR/VR experiences, and industrial IoT use cases such as predictive maintenance. AI at the edge allows real-time data analysis and decision-making without relying on remote servers, improving speed, security, and reliability.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service-based architecture (SBA) of 5GC replaces rigid point-to-point interfaces with a flexible service mesh model. Network Functions (NFs) register with the Network Repository Function (NRF), making them discoverable to other NFs. This allows functions to interact via APIs in a modular, dynamic way. SBA enables easy scaling, fault tolerance, and interoperability. AI integrates into SBA by monitoring service requests, predicting demand, and dynamically reconfiguring network functions to maintain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is integrated across multiple layers of the 5G architecture. In the Radio Access Network (RAN), AI supports beamforming optimization and interference management. In the Core Network, AI enhances intelligent slice allocation, policy control, and traffic steering. In the Transport Network, AI enables predictive congestion control and energy-efficient routing. At the Service Layer, AI improves user Quality of Experience (QoE) through personalization, real-time monitoring, and proactive adjustments. These integration points make 5G not just faster but smarter.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Resource allocation in 5G is more complex due to the diversity of devices and applications it must serve. Traditional static allocation models are inefficient. AI-driven approaches enable dynamic resource allocation by learning patterns in traffic, predicting demand spikes, and reallocating bandwidth and compute resources in real time. Techniques include supervised learning for traffic forecasting, unsupervised clustering for identifying user behavior patterns, and reinforcement learning for adaptive policy decision-making. For example, AI can prioritize latency-sensitive URLLC traffic over bandwidth-heavy but delay-tolerant eMBB services during network congestion.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hands-on lab introduces students to the practical application of 5G resource allocation concepts. Using Python, students simulate synthetic data for different network slices such as URLLC, eMBB, and mMTC. They then implement a simple proportional allocation algorithm that distributes resources based on demand and slice priority. Finally, they visualize the results using matplotlib, providing insight into how allocation strategies can be implemented and tested. This lab serves as a foundation for more advanced AI techniques such as reinforcement learning.</a:t>
            </a:r>
          </a:p>
          <a:p>
            <a:endParaRPr/>
          </a:p>
          <a:p>
            <a:r>
              <a:t>The lab demonstrates how to apply theoretical concepts of 5G slicing and AI-driven allocation in practice. We use Python to model synthetic network data and simulate how resources can be dynamically allocated.</a:t>
            </a:r>
          </a:p>
          <a:p>
            <a:endParaRPr/>
          </a:p>
          <a:p>
            <a:r>
              <a:t>Steps:</a:t>
            </a:r>
          </a:p>
          <a:p>
            <a:r>
              <a:t>1. Import required libraries (numpy, pandas, matplotlib).</a:t>
            </a:r>
          </a:p>
          <a:p>
            <a:r>
              <a:t>2. Define slice categories (URLLC, eMBB, mMTC) with latency, bandwidth, and connection requirements.</a:t>
            </a:r>
          </a:p>
          <a:p>
            <a:r>
              <a:t>3. Generate synthetic traffic demand using random values.</a:t>
            </a:r>
          </a:p>
          <a:p>
            <a:r>
              <a:t>4. Apply a proportional allocation algorithm with priority weights.</a:t>
            </a:r>
          </a:p>
          <a:p>
            <a:r>
              <a:t>5. Visualize allocations using a bar chart.</a:t>
            </a:r>
          </a:p>
          <a:p>
            <a:endParaRPr/>
          </a:p>
          <a:p>
            <a:r>
              <a:t>This exercise builds a foundation for more advanced AI-driven models.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Python example demonstrates how to model slices, generate synthetic traffic demand, and apply proportional resource allocation. The code defines slice requirements, simulates user demand, calculates allocations based on demand and priority weights, and visualizes the distribution using bar charts. This exercise reinforces the theoretical concepts of 5G slicing and AI-based allocation through hands-on experimentation. Extensions could include reinforcement learning, dynamic traffic simulations, and QoS evaluation.</a:t>
            </a:r>
          </a:p>
          <a:p>
            <a:endParaRPr/>
          </a:p>
          <a:p>
            <a:r>
              <a:t>Below is a simplified Python script for modeling and simulating 5G resource allocation:</a:t>
            </a:r>
          </a:p>
          <a:p>
            <a:endParaRPr/>
          </a:p>
          <a:p>
            <a:r>
              <a:t>```python</a:t>
            </a:r>
          </a:p>
          <a:p>
            <a:r>
              <a:t>import numpy as np</a:t>
            </a:r>
          </a:p>
          <a:p>
            <a:r>
              <a:t>import pandas as pd</a:t>
            </a:r>
          </a:p>
          <a:p>
            <a:r>
              <a:t>import matplotlib.pyplot as plt</a:t>
            </a:r>
          </a:p>
          <a:p>
            <a:endParaRPr/>
          </a:p>
          <a:p>
            <a:r>
              <a:t># Define slice requirements</a:t>
            </a:r>
          </a:p>
          <a:p>
            <a:r>
              <a:t>slices = {</a:t>
            </a:r>
          </a:p>
          <a:p>
            <a:r>
              <a:t>    'URLLC': {'latency': 1, 'bandwidth': 20, 'connections': 30},</a:t>
            </a:r>
          </a:p>
          <a:p>
            <a:r>
              <a:t>    'eMBB': {'latency': 10, 'bandwidth': 50, 'connections': 40},</a:t>
            </a:r>
          </a:p>
          <a:p>
            <a:r>
              <a:t>    'mMTC': {'latency': 100, 'bandwidth': 5, 'connections': 200}</a:t>
            </a:r>
          </a:p>
          <a:p>
            <a:r>
              <a:t>}</a:t>
            </a:r>
          </a:p>
          <a:p>
            <a:endParaRPr/>
          </a:p>
          <a:p>
            <a:r>
              <a:t># Generate synthetic demand</a:t>
            </a:r>
          </a:p>
          <a:p>
            <a:r>
              <a:t>data = []</a:t>
            </a:r>
          </a:p>
          <a:p>
            <a:r>
              <a:t>for s, req in slices.items():</a:t>
            </a:r>
          </a:p>
          <a:p>
            <a:r>
              <a:t>    for i in range(req['connections']):</a:t>
            </a:r>
          </a:p>
          <a:p>
            <a:r>
              <a:t>        demand = np.random.randint(1, req['bandwidth']+1)</a:t>
            </a:r>
          </a:p>
          <a:p>
            <a:r>
              <a:t>        data.append([s, demand])</a:t>
            </a:r>
          </a:p>
          <a:p>
            <a:endParaRPr/>
          </a:p>
          <a:p>
            <a:r>
              <a:t>df = pd.DataFrame(data, columns=['Slice', 'Demand'])</a:t>
            </a:r>
          </a:p>
          <a:p>
            <a:endParaRPr/>
          </a:p>
          <a:p>
            <a:r>
              <a:t># Total available resources</a:t>
            </a:r>
          </a:p>
          <a:p>
            <a:r>
              <a:t>total_resources = 500</a:t>
            </a:r>
          </a:p>
          <a:p>
            <a:r>
              <a:t>allocation = {}</a:t>
            </a:r>
          </a:p>
          <a:p>
            <a:endParaRPr/>
          </a:p>
          <a:p>
            <a:r>
              <a:t># Priority weights: URLLC &gt; eMBB &gt; mMTC</a:t>
            </a:r>
          </a:p>
          <a:p>
            <a:r>
              <a:t>weights = {'URLLC': 3, 'eMBB': 2, 'mMTC': 1}</a:t>
            </a:r>
          </a:p>
          <a:p>
            <a:endParaRPr/>
          </a:p>
          <a:p>
            <a:r>
              <a:t>for s in slices:</a:t>
            </a:r>
          </a:p>
          <a:p>
            <a:r>
              <a:t>    slice_demand = df[df['Slice'] == s]['Demand'].sum()</a:t>
            </a:r>
          </a:p>
          <a:p>
            <a:r>
              <a:t>    allocation[s] = (slice_demand * weights[s])</a:t>
            </a:r>
          </a:p>
          <a:p>
            <a:endParaRPr/>
          </a:p>
          <a:p>
            <a:r>
              <a:t>total_weighted = sum(allocation.values())</a:t>
            </a:r>
          </a:p>
          <a:p>
            <a:r>
              <a:t>for s in allocation:</a:t>
            </a:r>
          </a:p>
          <a:p>
            <a:r>
              <a:t>    allocation[s] = round((allocation[s] / total_weighted) * total_resources)</a:t>
            </a:r>
          </a:p>
          <a:p>
            <a:endParaRPr/>
          </a:p>
          <a:p>
            <a:r>
              <a:t>print(allocation)</a:t>
            </a:r>
          </a:p>
          <a:p>
            <a:endParaRPr/>
          </a:p>
          <a:p>
            <a:r>
              <a:t># Visualization</a:t>
            </a:r>
          </a:p>
          <a:p>
            <a:r>
              <a:t>plt.bar(allocation.keys(), allocation.values(), color=['red','blue','green'])</a:t>
            </a:r>
          </a:p>
          <a:p>
            <a:r>
              <a:t>plt.title('Dynamic Resource Allocation in 5G Slices')</a:t>
            </a:r>
          </a:p>
          <a:p>
            <a:r>
              <a:t>plt.xlabel('Slice')</a:t>
            </a:r>
          </a:p>
          <a:p>
            <a:r>
              <a:t>plt.ylabel('Allocated Resources')</a:t>
            </a:r>
          </a:p>
          <a:p>
            <a:r>
              <a:t>plt.show()</a:t>
            </a:r>
          </a:p>
          <a:p>
            <a:r>
              <a:t>```</a:t>
            </a:r>
          </a:p>
          <a:p>
            <a:endParaRPr/>
          </a:p>
          <a:p>
            <a:r>
              <a:t>This code generates synthetic demand, allocates resources based on slice weights, and visualizes the allocation. Students can modify the weights, add new slices, or simulate sudden demand spikes to explore how allocation strategies can adapt.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Conceptual Questions:</a:t>
            </a:r>
          </a:p>
          <a:p>
            <a:r>
              <a:t>1. Explain the difference between the 4G EPC and the 5G Core.</a:t>
            </a:r>
          </a:p>
          <a:p>
            <a:r>
              <a:t>2. Why is network slicing critical in 5G deployments?</a:t>
            </a:r>
          </a:p>
          <a:p>
            <a:r>
              <a:t>3. What advantages does MEC offer for latency-sensitive applications?</a:t>
            </a:r>
          </a:p>
          <a:p>
            <a:r>
              <a:t>4. How does AI contribute to intelligent resource allocation?</a:t>
            </a:r>
          </a:p>
          <a:p>
            <a:r>
              <a:t>5. Describe the role of the Network Repository Function (NRF) in SBA.</a:t>
            </a:r>
          </a:p>
          <a:p>
            <a:endParaRPr/>
          </a:p>
          <a:p>
            <a:r>
              <a:t>Applied Questions:</a:t>
            </a:r>
          </a:p>
          <a:p>
            <a:r>
              <a:t>1. Modify the Python code to increase total resources to 1000. How does this change allocations?</a:t>
            </a:r>
          </a:p>
          <a:p>
            <a:r>
              <a:t>2. Add a healthcare slice with strict reliability requirements. How should weights be adjusted?</a:t>
            </a:r>
          </a:p>
          <a:p>
            <a:r>
              <a:t>3. Simulate a sudden spike in mMTC demand. How should AI adapt resource allocation in this scenario?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summary, 5G introduces a service-based, cloud-native architecture that supports flexible deployment, network slicing, and edge computing. AI is deeply integrated across the architecture, enabling predictive, adaptive, and intelligent resource management. Key takeaways include:</a:t>
            </a:r>
          </a:p>
          <a:p>
            <a:r>
              <a:t>- 5GC and SBA provide modular, programmable design.</a:t>
            </a:r>
          </a:p>
          <a:p>
            <a:r>
              <a:t>- Network slicing tailors resources to specific use cases.</a:t>
            </a:r>
          </a:p>
          <a:p>
            <a:r>
              <a:t>- MEC reduces latency by moving computation closer to the user.</a:t>
            </a:r>
          </a:p>
          <a:p>
            <a:r>
              <a:t>- AI enables dynamic allocation, congestion prediction, and improved QoE.</a:t>
            </a:r>
          </a:p>
          <a:p>
            <a:r>
              <a:t>The hands-on lab reinforces these principles with a Python-based simulation. Together, these elements demonstrate how 5G and AI converge to build smarter, more resilient networks for the future.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Module 4: 5G Network Architecture and AI Integration (Week 4)</a:t>
            </a:r>
          </a:p>
        </p:txBody>
      </p:sp>
      <p:sp>
        <p:nvSpPr>
          <p:cNvPr id="3" name="Subtitle 2"/>
          <p:cNvSpPr>
            <a:spLocks noGrp="1"/>
          </p:cNvSpPr>
          <p:nvPr>
            <p:ph type="subTitle" idx="1"/>
          </p:nvPr>
        </p:nvSpPr>
        <p:spPr/>
        <p:txBody>
          <a:bodyPr/>
          <a:lstStyle/>
          <a:p>
            <a:r>
              <a:t>Modern Network Architecture, AI Integration, and Hands-On Lab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5G represents a paradigm shift in network design. Unlike 2G-4G, which focused on speed, 5G is a platform for digital transformation. AI is integrated into its design for intelligent, dynamic management and optimization.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5G Core Network (5GC) Architecture</a:t>
            </a:r>
          </a:p>
        </p:txBody>
      </p:sp>
      <p:sp>
        <p:nvSpPr>
          <p:cNvPr id="3" name="Content Placeholder 2"/>
          <p:cNvSpPr>
            <a:spLocks noGrp="1"/>
          </p:cNvSpPr>
          <p:nvPr>
            <p:ph idx="1"/>
          </p:nvPr>
        </p:nvSpPr>
        <p:spPr/>
        <p:txBody>
          <a:bodyPr/>
          <a:lstStyle/>
          <a:p>
            <a:r>
              <a:t>5GC introduces a cloud-native, service-based design with microservices and APIs. Key functions include AMF, SMF, UPF, PCF, NSSF, and AUSF. It supports eMBB, URLLC, and mMTC use cases.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Network Slicing</a:t>
            </a:r>
          </a:p>
        </p:txBody>
      </p:sp>
      <p:sp>
        <p:nvSpPr>
          <p:cNvPr id="3" name="Content Placeholder 2"/>
          <p:cNvSpPr>
            <a:spLocks noGrp="1"/>
          </p:cNvSpPr>
          <p:nvPr>
            <p:ph idx="1"/>
          </p:nvPr>
        </p:nvSpPr>
        <p:spPr/>
        <p:txBody>
          <a:bodyPr/>
          <a:lstStyle/>
          <a:p>
            <a:r>
              <a:t>Allows multiple logical networks on the same infrastructure. Examples:</a:t>
            </a:r>
          </a:p>
          <a:p>
            <a:r>
              <a:t>- URLLC: autonomous vehicles</a:t>
            </a:r>
          </a:p>
          <a:p>
            <a:r>
              <a:t>- eMBB: video streaming</a:t>
            </a:r>
          </a:p>
          <a:p>
            <a:r>
              <a:t>- mMTC: IoT devices</a:t>
            </a:r>
          </a:p>
          <a:p>
            <a:r>
              <a:t>Slices are dynamically managed using AI.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Edge Computing (MEC)</a:t>
            </a:r>
          </a:p>
        </p:txBody>
      </p:sp>
      <p:sp>
        <p:nvSpPr>
          <p:cNvPr id="3" name="Content Placeholder 2"/>
          <p:cNvSpPr>
            <a:spLocks noGrp="1"/>
          </p:cNvSpPr>
          <p:nvPr>
            <p:ph idx="1"/>
          </p:nvPr>
        </p:nvSpPr>
        <p:spPr/>
        <p:txBody>
          <a:bodyPr/>
          <a:lstStyle/>
          <a:p>
            <a:r>
              <a:t>MEC brings computation closer to users, reducing latency (&lt;10 ms). Applications include predictive maintenance, video analytics, and traffic optimization.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Service-Based Architecture (SBA)</a:t>
            </a:r>
          </a:p>
        </p:txBody>
      </p:sp>
      <p:sp>
        <p:nvSpPr>
          <p:cNvPr id="3" name="Content Placeholder 2"/>
          <p:cNvSpPr>
            <a:spLocks noGrp="1"/>
          </p:cNvSpPr>
          <p:nvPr>
            <p:ph idx="1"/>
          </p:nvPr>
        </p:nvSpPr>
        <p:spPr/>
        <p:txBody>
          <a:bodyPr/>
          <a:lstStyle/>
          <a:p>
            <a:r>
              <a:t>Replaces rigid point-to-point with flexible APIs. NFs register with NRF and interact via HTTP/2. AI integrates easily into this modular system for optimization.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 Integration Points</a:t>
            </a:r>
          </a:p>
        </p:txBody>
      </p:sp>
      <p:sp>
        <p:nvSpPr>
          <p:cNvPr id="3" name="Content Placeholder 2"/>
          <p:cNvSpPr>
            <a:spLocks noGrp="1"/>
          </p:cNvSpPr>
          <p:nvPr>
            <p:ph idx="1"/>
          </p:nvPr>
        </p:nvSpPr>
        <p:spPr/>
        <p:txBody>
          <a:bodyPr/>
          <a:lstStyle/>
          <a:p>
            <a:r>
              <a:t>AI can be applied to:</a:t>
            </a:r>
          </a:p>
          <a:p>
            <a:r>
              <a:t>- RAN: interference prediction</a:t>
            </a:r>
          </a:p>
          <a:p>
            <a:r>
              <a:t>- Core: slice allocation</a:t>
            </a:r>
          </a:p>
          <a:p>
            <a:r>
              <a:t>- Transport: congestion prediction</a:t>
            </a:r>
          </a:p>
          <a:p>
            <a:r>
              <a:t>- Service: QoE monitoring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Intelligent Resource Allocation</a:t>
            </a:r>
          </a:p>
        </p:txBody>
      </p:sp>
      <p:sp>
        <p:nvSpPr>
          <p:cNvPr id="3" name="Content Placeholder 2"/>
          <p:cNvSpPr>
            <a:spLocks noGrp="1"/>
          </p:cNvSpPr>
          <p:nvPr>
            <p:ph idx="1"/>
          </p:nvPr>
        </p:nvSpPr>
        <p:spPr/>
        <p:txBody>
          <a:bodyPr/>
          <a:lstStyle/>
          <a:p>
            <a:r>
              <a:t>5G faces fluctuating demand and heterogeneous devices. AI techniques include:</a:t>
            </a:r>
          </a:p>
          <a:p>
            <a:r>
              <a:t>- Reinforcement Learning</a:t>
            </a:r>
          </a:p>
          <a:p>
            <a:r>
              <a:t>- Supervised Learning</a:t>
            </a:r>
          </a:p>
          <a:p>
            <a:r>
              <a:t>- Unsupervised Learning</a:t>
            </a:r>
          </a:p>
          <a:p>
            <a:r>
              <a:t>Example: shifting resources between slices dynamically.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Hands-On Lab Overview</a:t>
            </a:r>
          </a:p>
        </p:txBody>
      </p:sp>
      <p:sp>
        <p:nvSpPr>
          <p:cNvPr id="3" name="Content Placeholder 2"/>
          <p:cNvSpPr>
            <a:spLocks noGrp="1"/>
          </p:cNvSpPr>
          <p:nvPr>
            <p:ph idx="1"/>
          </p:nvPr>
        </p:nvSpPr>
        <p:spPr/>
        <p:txBody>
          <a:bodyPr/>
          <a:lstStyle/>
          <a:p>
            <a:r>
              <a:t>Python lab simulates resource allocation with synthetic data.</a:t>
            </a:r>
          </a:p>
          <a:p>
            <a:r>
              <a:t>Steps:</a:t>
            </a:r>
          </a:p>
          <a:p>
            <a:r>
              <a:t>1. Generate data for slices.</a:t>
            </a:r>
          </a:p>
          <a:p>
            <a:r>
              <a:t>2. Implement proportional allocation.</a:t>
            </a:r>
          </a:p>
          <a:p>
            <a:r>
              <a:t>3. Visualize allocation using matplotlib.</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Python Code Example</a:t>
            </a:r>
          </a:p>
        </p:txBody>
      </p:sp>
      <p:sp>
        <p:nvSpPr>
          <p:cNvPr id="3" name="Content Placeholder 2"/>
          <p:cNvSpPr>
            <a:spLocks noGrp="1"/>
          </p:cNvSpPr>
          <p:nvPr>
            <p:ph idx="1"/>
          </p:nvPr>
        </p:nvSpPr>
        <p:spPr/>
        <p:txBody>
          <a:bodyPr/>
          <a:lstStyle/>
          <a:p>
            <a:r>
              <a:t>Code demonstrates slice resource allocation:</a:t>
            </a:r>
          </a:p>
          <a:p>
            <a:r>
              <a:t>1. Create slices with bandwidth/latency needs.</a:t>
            </a:r>
          </a:p>
          <a:p>
            <a:r>
              <a:t>2. Simulate demand.</a:t>
            </a:r>
          </a:p>
          <a:p>
            <a:r>
              <a:t>3. Allocate resources proportionally.</a:t>
            </a:r>
          </a:p>
          <a:p>
            <a:r>
              <a:t>4. Plot bar chart for allocation.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Example Questions</a:t>
            </a:r>
          </a:p>
        </p:txBody>
      </p:sp>
      <p:sp>
        <p:nvSpPr>
          <p:cNvPr id="3" name="Content Placeholder 2"/>
          <p:cNvSpPr>
            <a:spLocks noGrp="1"/>
          </p:cNvSpPr>
          <p:nvPr>
            <p:ph idx="1"/>
          </p:nvPr>
        </p:nvSpPr>
        <p:spPr/>
        <p:txBody>
          <a:bodyPr/>
          <a:lstStyle/>
          <a:p>
            <a:r>
              <a:rPr dirty="0"/>
              <a:t>Conceptual:</a:t>
            </a:r>
          </a:p>
          <a:p>
            <a:r>
              <a:rPr dirty="0"/>
              <a:t>1. Difference between EPC and 5GC?</a:t>
            </a:r>
          </a:p>
          <a:p>
            <a:r>
              <a:rPr dirty="0"/>
              <a:t>2. Why slicing?</a:t>
            </a:r>
          </a:p>
          <a:p>
            <a:r>
              <a:rPr dirty="0"/>
              <a:t>3. What is MEC?</a:t>
            </a:r>
          </a:p>
          <a:p>
            <a:r>
              <a:rPr dirty="0"/>
              <a:t>Applied:</a:t>
            </a:r>
          </a:p>
          <a:p>
            <a:r>
              <a:rPr dirty="0"/>
              <a:t>1. Increase resources to 1000 in code.</a:t>
            </a:r>
          </a:p>
          <a:p>
            <a:r>
              <a:rPr dirty="0"/>
              <a:t>2. Add healthcare slice.</a:t>
            </a:r>
          </a:p>
          <a:p>
            <a:r>
              <a:rPr dirty="0"/>
              <a:t>3. Simulate </a:t>
            </a:r>
            <a:r>
              <a:rPr dirty="0" err="1"/>
              <a:t>mMTC</a:t>
            </a:r>
            <a:r>
              <a:rPr dirty="0"/>
              <a:t> demand spike.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5G Core (5GC) is service-based, cloud-native, and supports slicing.</a:t>
            </a:r>
          </a:p>
          <a:p>
            <a:r>
              <a:t>MEC reduces latency by moving computation to the edge.</a:t>
            </a:r>
          </a:p>
          <a:p>
            <a:r>
              <a:t>SBA enables modular AI integration.</a:t>
            </a:r>
          </a:p>
          <a:p>
            <a:r>
              <a:t>AI powers dynamic resource allocation.</a:t>
            </a:r>
          </a:p>
          <a:p>
            <a:r>
              <a:t>Hands-on lab demonstrates these principles using Python.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2038</Words>
  <Application>Microsoft Office PowerPoint</Application>
  <PresentationFormat>On-screen Show (4:3)</PresentationFormat>
  <Paragraphs>142</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Calibri</vt:lpstr>
      <vt:lpstr>Office Theme</vt:lpstr>
      <vt:lpstr>Module 4: 5G Network Architecture and AI Integration (Week 4)</vt:lpstr>
      <vt:lpstr>Introduction</vt:lpstr>
      <vt:lpstr>5G Core Network (5GC) Architecture</vt:lpstr>
      <vt:lpstr>Network Slicing</vt:lpstr>
      <vt:lpstr>Edge Computing (MEC)</vt:lpstr>
      <vt:lpstr>Service-Based Architecture (SBA)</vt:lpstr>
      <vt:lpstr>AI Integration Points</vt:lpstr>
      <vt:lpstr>Intelligent Resource Allocation</vt:lpstr>
      <vt:lpstr>Hands-On Lab Overview</vt:lpstr>
      <vt:lpstr>Python Code Example</vt:lpstr>
      <vt:lpstr>Example Questions</vt:lpstr>
      <vt:lpstr>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Tawanda Chiyangwa</dc:creator>
  <cp:keywords/>
  <dc:description>generated using python-pptx</dc:description>
  <cp:lastModifiedBy>Tawanda Chiyangwa</cp:lastModifiedBy>
  <cp:revision>1</cp:revision>
  <dcterms:created xsi:type="dcterms:W3CDTF">2013-01-27T09:14:16Z</dcterms:created>
  <dcterms:modified xsi:type="dcterms:W3CDTF">2025-09-11T01:59:06Z</dcterms:modified>
  <cp:category/>
</cp:coreProperties>
</file>