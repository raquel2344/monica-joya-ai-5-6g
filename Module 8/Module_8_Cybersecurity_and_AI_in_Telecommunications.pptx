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28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8: Cybersecurity and AI in Telecommunications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Secure and Intelligent Networks</a:t>
            </a:r>
          </a:p>
          <a:p>
            <a:r>
              <a:rPr dirty="0"/>
              <a:t>Week 8 </a:t>
            </a:r>
            <a:r>
              <a:t>Lecture Notes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/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Network Security Threats &amp; 5G/6G Security</a:t>
            </a:r>
          </a:p>
          <a:p>
            <a:r>
              <a:t>2. Privacy &amp; Regulatory Compliance</a:t>
            </a:r>
          </a:p>
          <a:p>
            <a:r>
              <a:t>3. AI-based Threat Detection &amp; Automated Response</a:t>
            </a:r>
          </a:p>
          <a:p>
            <a:r>
              <a:t>4. Trustworthy AI &amp; Explainable Security</a:t>
            </a:r>
          </a:p>
          <a:p>
            <a:r>
              <a:t>5. Lab: Network Intrusion Detection using Python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Cybersecurity &amp; AI in Telecom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Telecommunications is the backbone of digital connectivity.</a:t>
            </a:r>
          </a:p>
          <a:p>
            <a:r>
              <a:t>With 5G/6G, the attack surface grows exponentially.</a:t>
            </a:r>
          </a:p>
          <a:p>
            <a:r>
              <a:t>AI enhances detection, prediction, and response to evolving threats.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Network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Eavesdropping &amp; Man-in-the-Middle</a:t>
            </a:r>
          </a:p>
          <a:p>
            <a:r>
              <a:t>• DDoS Attacks</a:t>
            </a:r>
          </a:p>
          <a:p>
            <a:r>
              <a:t>• Rogue Base Stations</a:t>
            </a:r>
          </a:p>
          <a:p>
            <a:r>
              <a:t>• Protocol Exploits</a:t>
            </a:r>
          </a:p>
          <a:p>
            <a:r>
              <a:t>• Firmware/Supply Chain Attacks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5G/6G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Radio Access Network (RAN)</a:t>
            </a:r>
          </a:p>
          <a:p>
            <a:r>
              <a:t>• Core Network (Cloud-native, Virtualized)</a:t>
            </a:r>
          </a:p>
          <a:p>
            <a:r>
              <a:t>• Network Slicing and Edge Computing</a:t>
            </a:r>
          </a:p>
          <a:p>
            <a:r>
              <a:t>• Service-Based Architecture introduces new risks.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5G Security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Legacy vulnerabilities inherited from LTE</a:t>
            </a:r>
          </a:p>
          <a:p>
            <a:r>
              <a:t>• Weak or misconfigured components</a:t>
            </a:r>
          </a:p>
          <a:p>
            <a:r>
              <a:t>• Downgrade attacks (4G fallback)</a:t>
            </a:r>
          </a:p>
          <a:p>
            <a:r>
              <a:t>• Supply-chain risks</a:t>
            </a:r>
          </a:p>
          <a:p>
            <a:r>
              <a:t>• Massive device connectivity challenges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6G Emerging Security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Ultra-dense networks and terahertz spectrum</a:t>
            </a:r>
          </a:p>
          <a:p>
            <a:r>
              <a:t>• Embedded AI and zero-trust principles</a:t>
            </a:r>
          </a:p>
          <a:p>
            <a:r>
              <a:t>• Security-by-design and proactive protection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Modeling &amp; Attack Taxonomy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Types: Physical, Protocol, Application, Insider</a:t>
            </a:r>
          </a:p>
          <a:p>
            <a:r>
              <a:t>• Kill Chain Model: Recon → Exploit → Exfiltrate</a:t>
            </a:r>
          </a:p>
          <a:p>
            <a:r>
              <a:t>• Example: 5G Core DoS, signaling flood attacks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Privacy Risks in Telecom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Subscriber identity leaks (IMSI, IMEI)</a:t>
            </a:r>
          </a:p>
          <a:p>
            <a:r>
              <a:t>• Traffic pattern analysis</a:t>
            </a:r>
          </a:p>
          <a:p>
            <a:r>
              <a:t>• Location tracking and metadata exposure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Privacy &amp; Regulatory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GDPR, CCPA for user data privacy</a:t>
            </a:r>
          </a:p>
          <a:p>
            <a:r>
              <a:t>• Lawful intercept &amp; retention policies</a:t>
            </a:r>
          </a:p>
          <a:p>
            <a:r>
              <a:t>• Telecom acts and cross-border data protection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Privacy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End-to-end Encryption</a:t>
            </a:r>
          </a:p>
          <a:p>
            <a:r>
              <a:t>• Access Control &amp; Logging</a:t>
            </a:r>
          </a:p>
          <a:p>
            <a:r>
              <a:t>• Differential Privacy, Anonymization</a:t>
            </a:r>
          </a:p>
          <a:p>
            <a:r>
              <a:t>• Risk Assessments &amp; Audits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Challenges in AI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Transparency and accountability</a:t>
            </a:r>
          </a:p>
          <a:p>
            <a:r>
              <a:t>• Explainability for regulatory purposes</a:t>
            </a:r>
          </a:p>
          <a:p>
            <a:r>
              <a:t>• Bias and discrimination in automated systems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Network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Detect anomalies and attacks from network data</a:t>
            </a:r>
          </a:p>
          <a:p>
            <a:r>
              <a:t>• Automate incident detection and response</a:t>
            </a:r>
          </a:p>
          <a:p>
            <a:r>
              <a:t>• Improve adaptability through continuous learning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AI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Supervised: classification of attacks</a:t>
            </a:r>
          </a:p>
          <a:p>
            <a:r>
              <a:t>• Unsupervised: anomaly detection</a:t>
            </a:r>
          </a:p>
          <a:p>
            <a:r>
              <a:t>• Deep Learning: autoencoders, CNN, LSTM for network traffic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Intrusion &amp; Anomaly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Intrusion Detection Systems (IDS)</a:t>
            </a:r>
          </a:p>
          <a:p>
            <a:r>
              <a:t>• Statistical and ML-based detection</a:t>
            </a:r>
          </a:p>
          <a:p>
            <a:r>
              <a:t>• Network flow features: duration, bytes, packets, flags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Automated Response &amp; SOAR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Security Orchestration, Automation, and Response</a:t>
            </a:r>
          </a:p>
          <a:p>
            <a:r>
              <a:t>• Automating incident mitigation</a:t>
            </a:r>
          </a:p>
          <a:p>
            <a:r>
              <a:t>• Integrating AI for real-time decisions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Adversarial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Evasion and poisoning attacks</a:t>
            </a:r>
          </a:p>
          <a:p>
            <a:r>
              <a:t>• Adversarial examples targeting ML models</a:t>
            </a:r>
          </a:p>
          <a:p>
            <a:r>
              <a:t>• Defensive strategies: adversarial training, ensembles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AI-based 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Deep Learning IDS using NSL-KDD dataset</a:t>
            </a:r>
          </a:p>
          <a:p>
            <a:r>
              <a:t>• Pipeline: Data → Feature Selection → Model → Evaluation</a:t>
            </a:r>
          </a:p>
          <a:p>
            <a:r>
              <a:t>• Example: 98% detection accuracy for DoS attacks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vs Explainability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Trade-off between model transparency and accuracy</a:t>
            </a:r>
          </a:p>
          <a:p>
            <a:r>
              <a:t>• Use interpretable models when regulation demands accountability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Trustworthy AI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Reliability, Fairness, Robustness, Transparency</a:t>
            </a:r>
          </a:p>
          <a:p>
            <a:r>
              <a:t>• Ethical AI deployment in telecom security contexts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Explainable AI (XAI)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Importance of interpretability</a:t>
            </a:r>
          </a:p>
          <a:p>
            <a:r>
              <a:t>• Model-agnostic tools: LIME, SHAP</a:t>
            </a:r>
          </a:p>
          <a:p>
            <a:r>
              <a:t>• Helps analysts understand AI-based alerts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XAI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LIME: Local Interpretable Model-agnostic Explanations</a:t>
            </a:r>
          </a:p>
          <a:p>
            <a:r>
              <a:t>• SHAP: Shapley Additive Explanations</a:t>
            </a:r>
          </a:p>
          <a:p>
            <a:r>
              <a:t>• Surrogate Models &amp; Feature Importance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XAI for Telecom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High-volume streaming data</a:t>
            </a:r>
          </a:p>
          <a:p>
            <a:r>
              <a:t>• Real-time decision requirements</a:t>
            </a:r>
          </a:p>
          <a:p>
            <a:r>
              <a:t>• Complexity of 5G/6G environments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 and Risk in AI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Overconfidence &amp; explanation manipulation</a:t>
            </a:r>
          </a:p>
          <a:p>
            <a:r>
              <a:t>• Ensuring fairness, avoiding bias</a:t>
            </a:r>
          </a:p>
          <a:p>
            <a:r>
              <a:t>• Continuous validation and monitoring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Overview: Intrusion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Build an ML-based IDS using Python</a:t>
            </a:r>
          </a:p>
          <a:p>
            <a:r>
              <a:t>Datasets: KDD Cup 1999, NSL-KDD</a:t>
            </a:r>
          </a:p>
          <a:p>
            <a:r>
              <a:t>Tools: pandas, scikit-learn, matplotlib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Step 1: 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Load and clean dataset</a:t>
            </a:r>
          </a:p>
          <a:p>
            <a:r>
              <a:t>• Encode categorical features</a:t>
            </a:r>
          </a:p>
          <a:p>
            <a:r>
              <a:t>• Split into training and testing sets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Step 2: 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Train classifier (Random Forest, SVM)</a:t>
            </a:r>
          </a:p>
          <a:p>
            <a:r>
              <a:t>• Tune hyperparameters</a:t>
            </a:r>
          </a:p>
          <a:p>
            <a:r>
              <a:t>• Evaluate metrics: Accuracy, Precision, Recall, F1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Step 3: Anomaly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unsupervised methods: Isolation Forest, One-Class SVM</a:t>
            </a:r>
          </a:p>
          <a:p>
            <a:r>
              <a:t>• Detect unseen attack patterns</a:t>
            </a:r>
          </a:p>
          <a:p>
            <a:r>
              <a:t>• Compare detection rates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Step 4: Explainability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Apply SHAP or LIME for model interpretation</a:t>
            </a:r>
          </a:p>
          <a:p>
            <a:r>
              <a:t>• Visualize feature importance for attack classification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is transforming telecom security</a:t>
            </a:r>
          </a:p>
          <a:p>
            <a:r>
              <a:t>• Privacy and explainability remain critical</a:t>
            </a:r>
          </a:p>
          <a:p>
            <a:r>
              <a:t>• Future: real-time AI, adaptive defense, trusted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759</Words>
  <Application>Microsoft Office PowerPoint</Application>
  <PresentationFormat>On-screen Show (4:3)</PresentationFormat>
  <Paragraphs>124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Module 8: Cybersecurity and AI in Telecommunications</vt:lpstr>
      <vt:lpstr>Agenda / Overview</vt:lpstr>
      <vt:lpstr>Importance of Cybersecurity &amp; AI in Telecom</vt:lpstr>
      <vt:lpstr>Traditional Network Threats</vt:lpstr>
      <vt:lpstr>5G/6G Architecture Overview</vt:lpstr>
      <vt:lpstr>5G Security Challenges</vt:lpstr>
      <vt:lpstr>6G Emerging Security Issues</vt:lpstr>
      <vt:lpstr>Threat Modeling &amp; Attack Taxonomy</vt:lpstr>
      <vt:lpstr>Privacy Risks in Telecom</vt:lpstr>
      <vt:lpstr>Privacy &amp; Regulatory Frameworks</vt:lpstr>
      <vt:lpstr>Security &amp; Privacy Controls</vt:lpstr>
      <vt:lpstr>Compliance Challenges in AI Systems</vt:lpstr>
      <vt:lpstr>AI in Network Security</vt:lpstr>
      <vt:lpstr>Types of AI Models</vt:lpstr>
      <vt:lpstr>Intrusion &amp; Anomaly Detection</vt:lpstr>
      <vt:lpstr>Automated Response &amp; SOAR</vt:lpstr>
      <vt:lpstr>Adversarial Machine Learning</vt:lpstr>
      <vt:lpstr>Case Study: AI-based IDS</vt:lpstr>
      <vt:lpstr>Performance vs Explainability</vt:lpstr>
      <vt:lpstr>Trustworthy AI Concepts</vt:lpstr>
      <vt:lpstr>Explainable AI (XAI) Overview</vt:lpstr>
      <vt:lpstr>XAI Techniques</vt:lpstr>
      <vt:lpstr>Challenges in XAI for Telecom</vt:lpstr>
      <vt:lpstr>Trust and Risk in AI Systems</vt:lpstr>
      <vt:lpstr>Lab Overview: Intrusion Detection</vt:lpstr>
      <vt:lpstr>Lab Step 1: Data Preprocessing</vt:lpstr>
      <vt:lpstr>Lab Step 2: Model Training</vt:lpstr>
      <vt:lpstr>Lab Step 3: Anomaly Detection</vt:lpstr>
      <vt:lpstr>Lab Step 4: Explainability</vt:lpstr>
      <vt:lpstr>Conclusion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Tawanda Chiyangwa</cp:lastModifiedBy>
  <cp:revision>2</cp:revision>
  <dcterms:created xsi:type="dcterms:W3CDTF">2013-01-27T09:14:16Z</dcterms:created>
  <dcterms:modified xsi:type="dcterms:W3CDTF">2025-10-09T21:05:30Z</dcterms:modified>
  <cp:category/>
</cp:coreProperties>
</file>