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11: 6G Vision and AI-Native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Notes - Week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6G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 toward intelligent, ubiquitous connectivity</a:t>
            </a:r>
          </a:p>
          <a:p>
            <a:r>
              <a:t>Self-organizing and privacy-preserving networks</a:t>
            </a:r>
          </a:p>
          <a:p>
            <a:r>
              <a:t>Supports immersive experiences (XR, holography)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6G Requirements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Data Rate: Target 1 Tbps</a:t>
            </a:r>
          </a:p>
          <a:p>
            <a:r>
              <a:t>Latency Goal: 0.1 ms</a:t>
            </a:r>
          </a:p>
          <a:p>
            <a:r>
              <a:t>Connection Density: 10⁷ devices/km²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AI-Native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at every network layer</a:t>
            </a:r>
          </a:p>
          <a:p>
            <a:r>
              <a:t>Self-optimizing and self-healing networks</a:t>
            </a:r>
          </a:p>
          <a:p>
            <a:r>
              <a:t>Intent-based network orchestration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Terahertz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Spectrum: 0.1 - 10 THz for Tbps speeds</a:t>
            </a:r>
          </a:p>
          <a:p>
            <a:r>
              <a:t>Challenges: molecular absorption, short range</a:t>
            </a:r>
          </a:p>
          <a:p>
            <a:r>
              <a:t>Solutions: RIS, adaptive transmission, beamforming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Connectivity &amp; Satellite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Ambient IoT and V2X support</a:t>
            </a:r>
          </a:p>
          <a:p>
            <a:r>
              <a:t>Integrated terrestrial and satellite networks</a:t>
            </a:r>
          </a:p>
          <a:p>
            <a:r>
              <a:t>Direct-to-device satellite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 Core Network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mobility and resource management</a:t>
            </a:r>
          </a:p>
          <a:p>
            <a:r>
              <a:t>Predictive handovers and proactive optimization</a:t>
            </a:r>
          </a:p>
          <a:p>
            <a:r>
              <a:t>Intent-based service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AI Across Network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Cloud, Edge, and Device AI roles</a:t>
            </a:r>
          </a:p>
          <a:p>
            <a:r>
              <a:t>Latency reduction and privacy protection</a:t>
            </a:r>
          </a:p>
          <a:p>
            <a:r>
              <a:t>Collaborative inference and model partitioning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Federated Learning in 6G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training with global model aggregation</a:t>
            </a:r>
          </a:p>
          <a:p>
            <a:r>
              <a:t>Privacy-preserving distributed learning</a:t>
            </a:r>
          </a:p>
          <a:p>
            <a:r>
              <a:t>Application: predictive maintenance, resource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Network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twin networks for optimization</a:t>
            </a:r>
          </a:p>
          <a:p>
            <a:r>
              <a:t>Self-evolving protocols and topologies</a:t>
            </a:r>
          </a:p>
          <a:p>
            <a:r>
              <a:t>Explainable AI for trust and 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6G network concept design</a:t>
            </a:r>
          </a:p>
          <a:p>
            <a:r>
              <a:t>Federated learning simulation</a:t>
            </a:r>
          </a:p>
          <a:p>
            <a:r>
              <a:t>Performance visualization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