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Open RAN (ORAN) and AI-Driven Networks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Module 5 – Week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Open and Intelligent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Shift from traditional vendor-locked RAN to open, flexible, and interoperable solutions</a:t>
            </a:r>
          </a:p>
          <a:p>
            <a:r>
              <a:t>- ORAN enables multi-vendor ecosystems and AI-driven network intelligence</a:t>
            </a:r>
          </a:p>
          <a:p>
            <a:r>
              <a:t>- Focus on automation, efficiency, and cost-effectiveness</a:t>
            </a:r>
          </a:p>
          <a:p>
            <a:r>
              <a:t>- Supports 5G, 6G, and beyond evolution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Traditional RAN vs Open RAN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**Traditional RAN:**</a:t>
            </a:r>
          </a:p>
          <a:p>
            <a:r>
              <a:t>- Proprietary hardware + software</a:t>
            </a:r>
          </a:p>
          <a:p>
            <a:r>
              <a:t>- Vendor lock-in</a:t>
            </a:r>
          </a:p>
          <a:p>
            <a:r>
              <a:t>- Limited flexibility</a:t>
            </a:r>
          </a:p>
          <a:p>
            <a:r>
              <a:t>- Slow innovation cycle</a:t>
            </a:r>
          </a:p>
          <a:p/>
          <a:p>
            <a:r>
              <a:t>**Open RAN:**</a:t>
            </a:r>
          </a:p>
          <a:p>
            <a:r>
              <a:t>- Open interfaces, disaggregated hardware/software</a:t>
            </a:r>
          </a:p>
          <a:p>
            <a:r>
              <a:t>- Vendor interoperability</a:t>
            </a:r>
          </a:p>
          <a:p>
            <a:r>
              <a:t>- Scalable and cost-effective</a:t>
            </a:r>
          </a:p>
          <a:p>
            <a:r>
              <a:t>- Encourages ecosystem competition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RAN Architecture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RU (Radio Unit): Handles RF processing</a:t>
            </a:r>
          </a:p>
          <a:p>
            <a:r>
              <a:t>- DU (Distributed Unit): Manages real-time baseband functions</a:t>
            </a:r>
          </a:p>
          <a:p>
            <a:r>
              <a:t>- CU (Centralized Unit): Handles non-real-time baseband functions</a:t>
            </a:r>
          </a:p>
          <a:p>
            <a:r>
              <a:t>- RIC (RAN Intelligent Controller): Optimizes and automates RAN functions</a:t>
            </a:r>
          </a:p>
          <a:p>
            <a:r>
              <a:t>- Service Management and Orchestration (SMO): Coordinates multiple RAN functions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 Intelligent Controller (RIC)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Non-RT RIC (&gt;1s): Policy control, analytics, AI/ML model training, long-term planning</a:t>
            </a:r>
          </a:p>
          <a:p>
            <a:r>
              <a:t>- Near-RT RIC (10ms–1s): Dynamic optimization of radio resources, executes xApps, enables real-time traffic steering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F1: Between CU and DU</a:t>
            </a:r>
          </a:p>
          <a:p>
            <a:r>
              <a:t>- E1: Between CU-CP and CU-UP</a:t>
            </a:r>
          </a:p>
          <a:p>
            <a:r>
              <a:t>- A1: Between Non-RT RIC and Near-RT RIC</a:t>
            </a:r>
          </a:p>
          <a:p>
            <a:r>
              <a:t>- E2: Between Near-RT RIC and CU/DU</a:t>
            </a:r>
          </a:p>
          <a:p>
            <a:r>
              <a:t>- O1: For management and orchestration</a:t>
            </a:r>
          </a:p>
          <a:p/>
          <a:p>
            <a:r>
              <a:t>Benefits:</a:t>
            </a:r>
          </a:p>
          <a:p>
            <a:r>
              <a:t>- Vendor-neutral deployments</a:t>
            </a:r>
          </a:p>
          <a:p>
            <a:r>
              <a:t>- Faster innovation</a:t>
            </a:r>
          </a:p>
          <a:p>
            <a:r>
              <a:t>- AI/ML integration across multiple layers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AI/ML Applications in RAN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Intelligent radio resource management</a:t>
            </a:r>
          </a:p>
          <a:p>
            <a:r>
              <a:t>- Dynamic spectrum allocation</a:t>
            </a:r>
          </a:p>
          <a:p>
            <a:r>
              <a:t>- Energy efficiency optimization</a:t>
            </a:r>
          </a:p>
          <a:p>
            <a:r>
              <a:t>- Traffic prediction and load balancing</a:t>
            </a:r>
          </a:p>
          <a:p>
            <a:r>
              <a:t>- Anomaly detection and intrusion detection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Self-Organizing Networks (SON)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Self-configuration: Automated node deployment</a:t>
            </a:r>
          </a:p>
          <a:p>
            <a:r>
              <a:t>- Self-optimization: Dynamic tuning of network parameters</a:t>
            </a:r>
          </a:p>
          <a:p>
            <a:r>
              <a:t>- Self-healing: Automatic detection and correction of failures</a:t>
            </a:r>
          </a:p>
          <a:p>
            <a:r>
              <a:t>- Self-protection: Defense against cyberattacks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Predictive Maintenance with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Anticipate hardware/software failures with AI/ML</a:t>
            </a:r>
          </a:p>
          <a:p>
            <a:r>
              <a:t>- Proactive replacement of network elements</a:t>
            </a:r>
          </a:p>
          <a:p>
            <a:r>
              <a:t>- Reduces downtime and improves QoS</a:t>
            </a:r>
          </a:p>
          <a:p>
            <a:r>
              <a:t>- Based on vibration analysis, temperature monitoring, traffic anomalies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of Open and Intelligent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- 6G readiness with native AI integration</a:t>
            </a:r>
          </a:p>
          <a:p>
            <a:r>
              <a:t>- Network slicing for customized services</a:t>
            </a:r>
          </a:p>
          <a:p>
            <a:r>
              <a:t>- Edge computing integration with Open RAN</a:t>
            </a:r>
          </a:p>
          <a:p>
            <a:r>
              <a:t>- Collaboration between operators, cloud providers, AI vendors</a:t>
            </a:r>
          </a:p>
          <a:p>
            <a:r>
              <a:t>- Greater emphasis on cybersecurity and resilience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Hands-On Lab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Lab Activity:</a:t>
            </a:r>
          </a:p>
          <a:p>
            <a:r>
              <a:t>1. Explore O-RAN Alliance documentation</a:t>
            </a:r>
          </a:p>
          <a:p>
            <a:r>
              <a:t>2. Implement basic RAN optimization algorithms using Python</a:t>
            </a:r>
          </a:p>
          <a:p>
            <a:r>
              <a:t>   - Resource allocation simulation</a:t>
            </a:r>
          </a:p>
          <a:p>
            <a:r>
              <a:t>   - Load balancing using ML</a:t>
            </a:r>
          </a:p>
          <a:p>
            <a:r>
              <a:t>3. Extend to anomaly detection using ML models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Example – Resource Allocation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```python</a:t>
            </a:r>
          </a:p>
          <a:p>
            <a:r>
              <a:t>import numpy as np</a:t>
            </a:r>
          </a:p>
          <a:p/>
          <a:p>
            <a:r>
              <a:t># Simulated resource allocation</a:t>
            </a:r>
          </a:p>
          <a:p>
            <a:r>
              <a:t>users = 10</a:t>
            </a:r>
          </a:p>
          <a:p>
            <a:r>
              <a:t>resources = 100</a:t>
            </a:r>
          </a:p>
          <a:p>
            <a:r>
              <a:t>allocation = np.random.randint(1, 10, size=users)</a:t>
            </a:r>
          </a:p>
          <a:p>
            <a:r>
              <a:t>allocation = allocation / sum(allocation) * resources</a:t>
            </a:r>
          </a:p>
          <a:p/>
          <a:p>
            <a:r>
              <a:t>print("Resource Allocation per User:", allocation)</a:t>
            </a:r>
          </a:p>
          <a:p>
            <a:r>
              <a:t>```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Example – Traffic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```python</a:t>
            </a:r>
          </a:p>
          <a:p>
            <a:r>
              <a:t>from sklearn.linear_model import LinearRegression</a:t>
            </a:r>
          </a:p>
          <a:p>
            <a:r>
              <a:t>import numpy as np</a:t>
            </a:r>
          </a:p>
          <a:p/>
          <a:p>
            <a:r>
              <a:t># Simulated traffic data</a:t>
            </a:r>
          </a:p>
          <a:p>
            <a:r>
              <a:t>X = np.array(range(1, 11)).reshape(-1, 1)</a:t>
            </a:r>
          </a:p>
          <a:p>
            <a:r>
              <a:t>y = np.array([100,120,150,170,200,230,260,290,320,350])</a:t>
            </a:r>
          </a:p>
          <a:p/>
          <a:p>
            <a:r>
              <a:t>model = LinearRegression().fit(X, y)</a:t>
            </a:r>
          </a:p>
          <a:p>
            <a:r>
              <a:t>future = np.array([[11],[12],[13]])</a:t>
            </a:r>
          </a:p>
          <a:p>
            <a:r>
              <a:t>print("Predicted Traffic:", model.predict(future))</a:t>
            </a:r>
          </a:p>
          <a:p>
            <a:r>
              <a:t>```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Open RAN = disaggregated, interoperable, and intelligent</a:t>
            </a:r>
          </a:p>
          <a:p>
            <a:r>
              <a:t>- RIC enables AI-driven real-time and non-real-time optimization</a:t>
            </a:r>
          </a:p>
          <a:p>
            <a:r>
              <a:t>- AI/ML improves efficiency, resource utilization, and reliability</a:t>
            </a:r>
          </a:p>
          <a:p>
            <a:r>
              <a:t>- SON and predictive maintenance enhance resilience</a:t>
            </a:r>
          </a:p>
          <a:p>
            <a:r>
              <a:t>- Hands-on labs provide practical exposure to ORAN concepts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O-RAN Alliance (https://www.o-ran.org)</a:t>
            </a:r>
          </a:p>
          <a:p>
            <a:r>
              <a:t>- 3GPP Specifications</a:t>
            </a:r>
          </a:p>
          <a:p>
            <a:r>
              <a:t>- Industry reports on Open RAN and AI-driven networking</a:t>
            </a:r>
          </a:p>
          <a:p>
            <a:r>
              <a:t>- Research papers on SON and AI-based predictive maintenance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